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Website Update Pipeline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E6B400"/>
                </a:solidFill>
                <a:latin typeface="Calibri"/>
              </a:rPr>
              <a:t>Semi-automated content updates for valeindonesia.com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COMMs authors  ·  GDI reviews &amp; publishes  ·  live in ~1 hour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B9D9C9"/>
                </a:solidFill>
                <a:latin typeface="Calibri"/>
              </a:rPr>
              <a:t>PT GDI  ×  PT Vale Indonesia  —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B400"/>
                </a:solidFill>
                <a:latin typeface="Calibri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E6B400"/>
                </a:solidFill>
                <a:latin typeface="Calibri"/>
              </a:rPr>
              <a:t>›  </a:t>
            </a:r>
            <a:r>
              <a:rPr sz="2000" b="1">
                <a:solidFill>
                  <a:srgbClr val="0A5C36"/>
                </a:solidFill>
                <a:latin typeface="Calibri"/>
              </a:rPr>
              <a:t>Every website change goes through GDI by hand</a:t>
            </a:r>
            <a:r>
              <a:rPr sz="2000" b="0">
                <a:solidFill>
                  <a:srgbClr val="1F1F1F"/>
                </a:solidFill>
                <a:latin typeface="Calibri"/>
              </a:rPr>
              <a:t> — emails, files, manual edits to 9,000-line pages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E6B400"/>
                </a:solidFill>
                <a:latin typeface="Calibri"/>
              </a:rPr>
              <a:t>›  </a:t>
            </a:r>
            <a:r>
              <a:rPr sz="2000" b="1">
                <a:solidFill>
                  <a:srgbClr val="0A5C36"/>
                </a:solidFill>
                <a:latin typeface="Calibri"/>
              </a:rPr>
              <a:t>Slow &amp; serial</a:t>
            </a:r>
            <a:r>
              <a:rPr sz="2000" b="0">
                <a:solidFill>
                  <a:srgbClr val="1F1F1F"/>
                </a:solidFill>
                <a:latin typeface="Calibri"/>
              </a:rPr>
              <a:t> — each request waits for a person; no clear turnaround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E6B400"/>
                </a:solidFill>
                <a:latin typeface="Calibri"/>
              </a:rPr>
              <a:t>›  </a:t>
            </a:r>
            <a:r>
              <a:rPr sz="2000" b="1">
                <a:solidFill>
                  <a:srgbClr val="0A5C36"/>
                </a:solidFill>
                <a:latin typeface="Calibri"/>
              </a:rPr>
              <a:t>Error-prone</a:t>
            </a:r>
            <a:r>
              <a:rPr sz="2000" b="0">
                <a:solidFill>
                  <a:srgbClr val="1F1F1F"/>
                </a:solidFill>
                <a:latin typeface="Calibri"/>
              </a:rPr>
              <a:t> — wrong file, wrong page, broken layout — easy to miss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E6B400"/>
                </a:solidFill>
                <a:latin typeface="Calibri"/>
              </a:rPr>
              <a:t>›  </a:t>
            </a:r>
            <a:r>
              <a:rPr sz="2000" b="1">
                <a:solidFill>
                  <a:srgbClr val="0A5C36"/>
                </a:solidFill>
                <a:latin typeface="Calibri"/>
              </a:rPr>
              <a:t>COMMs can't self-serve</a:t>
            </a:r>
            <a:r>
              <a:rPr sz="2000" b="0">
                <a:solidFill>
                  <a:srgbClr val="1F1F1F"/>
                </a:solidFill>
                <a:latin typeface="Calibri"/>
              </a:rPr>
              <a:t> — they depend fully on GDI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778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A5C36"/>
                </a:solidFill>
                <a:latin typeface="Calibri"/>
              </a:rPr>
              <a:t>Goal: let COMMs request updates simply, and get them live fast —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B400"/>
                </a:solidFill>
                <a:latin typeface="Calibri"/>
              </a:rP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1F1F"/>
                </a:solidFill>
                <a:latin typeface="Calibri"/>
              </a:rPr>
              <a:t>A guided pipeline: COMMs fills a simple form, an assistant does the rest.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0440" cy="3108960"/>
          </a:xfrm>
          <a:prstGeom prst="rect">
            <a:avLst/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520440" cy="77724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246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  COMMs authors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3154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Fills a visual form (news, document, vacancy, page edit). No software, no code — just double-click and type.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194560"/>
            <a:ext cx="3520440" cy="3108960"/>
          </a:xfrm>
          <a:prstGeom prst="rect">
            <a:avLst/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194560"/>
            <a:ext cx="3520440" cy="77724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286000"/>
            <a:ext cx="3246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 Assistant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200400"/>
            <a:ext cx="3154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Detects the request, builds it, and deploys to a preview site automatically.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2194560"/>
            <a:ext cx="3520440" cy="3108960"/>
          </a:xfrm>
          <a:prstGeom prst="rect">
            <a:avLst/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3024" y="2194560"/>
            <a:ext cx="3520440" cy="77724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2286000"/>
            <a:ext cx="3246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  Approve &amp; go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200400"/>
            <a:ext cx="3154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The requester checks the preview and says the word — it's published to valeindonesia.com.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COMMs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B400"/>
                </a:solidFill>
                <a:latin typeface="Calibri"/>
              </a:rPr>
              <a:t>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Open one file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GDI shares a form; COMMs double-clicks it — opens like a normal web page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Fill it in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title, date, upload the PDF/photo, type the text — in English + Indonesian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Save &amp; drop in the Teams folder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one small file + the attachment, into '1-Submitted'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Tell the assistant on Telegram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“process the loker request”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Get a preview link back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check it, reply “deploy” — it goes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8756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No Azure, no code, no waiting for a person to be free. Works on any computer.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it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B400"/>
                </a:solidFill>
                <a:latin typeface="Calibri"/>
              </a:rPr>
              <a:t>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1600200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600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COMMs
fills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743200"/>
            <a:ext cx="262067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02347" y="2743200"/>
            <a:ext cx="1600200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2347" y="2743200"/>
            <a:ext cx="1600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Drops in
Teams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2547" y="2743200"/>
            <a:ext cx="262067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4614" y="2743200"/>
            <a:ext cx="1600200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4614" y="2743200"/>
            <a:ext cx="1600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Assistant
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4814" y="2743200"/>
            <a:ext cx="262067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6881" y="2743200"/>
            <a:ext cx="1600200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6881" y="2743200"/>
            <a:ext cx="1600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Preview
(dev site)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081" y="2743200"/>
            <a:ext cx="262067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9148" y="2743200"/>
            <a:ext cx="1600200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9148" y="2743200"/>
            <a:ext cx="1600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Requester
approves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9348" y="2743200"/>
            <a:ext cx="262067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51415" y="2743200"/>
            <a:ext cx="1600200" cy="105156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51415" y="2743200"/>
            <a:ext cx="16002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LIVE
valeindonesia.com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A5C36"/>
                </a:solidFill>
                <a:latin typeface="Calibri"/>
              </a:rPr>
              <a:t>Target: every request live within 1 hour of GDI picking it 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Nothing publishes without the requester's approval on the preview.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it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B400"/>
                </a:solidFill>
                <a:latin typeface="Calibri"/>
              </a:rPr>
              <a:t>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5C36"/>
                </a:solidFill>
                <a:latin typeface="Calibri"/>
              </a:rPr>
              <a:t>News articles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6400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bilingual, rich text + photos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5C36"/>
                </a:solidFill>
                <a:latin typeface="Calibri"/>
              </a:rPr>
              <a:t>Documents / PDFs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68880"/>
            <a:ext cx="6400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reports, statements, press releases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10881360" cy="777240"/>
          </a:xfrm>
          <a:prstGeom prst="rect">
            <a:avLst/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5C36"/>
                </a:solidFill>
                <a:latin typeface="Calibri"/>
              </a:rPr>
              <a:t>Job vacancies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383280"/>
            <a:ext cx="6400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add / remove lokers on the career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5C36"/>
                </a:solidFill>
                <a:latin typeface="Calibri"/>
              </a:rPr>
              <a:t>Page 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297680"/>
            <a:ext cx="6400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change text, stats, images on any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212080"/>
            <a:ext cx="10881360" cy="777240"/>
          </a:xfrm>
          <a:prstGeom prst="rect">
            <a:avLst/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4114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5C36"/>
                </a:solidFill>
                <a:latin typeface="Calibri"/>
              </a:rPr>
              <a:t>New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212080"/>
            <a:ext cx="6400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1F1F"/>
                </a:solidFill>
                <a:latin typeface="Calibri"/>
              </a:rPr>
              <a:t>reuse an existing layout with new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Safe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B400"/>
                </a:solidFill>
                <a:latin typeface="Calibri"/>
              </a:rPr>
              <a:t>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Preview first, always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every change lands on a dev site before production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Human approval gate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the requester approves before anything goes live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Automatic checks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the file is validated; the layout can't be broken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Backup &amp; instant rollback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every change is reversible with one step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Full audit trail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every request tracked from submitted to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B400"/>
                </a:solidFill>
                <a:latin typeface="Calibri"/>
              </a:rPr>
              <a:t>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651760" cy="210312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6B400"/>
                </a:solidFill>
                <a:latin typeface="Calibri"/>
              </a:rPr>
              <a:t>~1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651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turnaround target
(all request types)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737360"/>
            <a:ext cx="2651760" cy="210312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6B400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971800"/>
            <a:ext cx="2651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update types
self-service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2651760" cy="210312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6B400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2651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code or Azure
for COMMs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1737360"/>
            <a:ext cx="2651760" cy="210312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965960"/>
            <a:ext cx="2651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6B400"/>
                </a:solidFill>
                <a:latin typeface="Calibri"/>
              </a:rPr>
              <a:t>2 langs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971800"/>
            <a:ext cx="2651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EN + ID
every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E6B400"/>
                </a:solidFill>
                <a:latin typeface="Calibri"/>
              </a:rPr>
              <a:t>›  </a:t>
            </a:r>
            <a:r>
              <a:rPr sz="1800" b="1">
                <a:solidFill>
                  <a:srgbClr val="0A5C36"/>
                </a:solidFill>
                <a:latin typeface="Calibri"/>
              </a:rPr>
              <a:t>Faster</a:t>
            </a:r>
            <a:r>
              <a:rPr sz="1800" b="0">
                <a:solidFill>
                  <a:srgbClr val="1F1F1F"/>
                </a:solidFill>
                <a:latin typeface="Calibri"/>
              </a:rPr>
              <a:t> — COMMs no longer waits on a person's schedule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E6B400"/>
                </a:solidFill>
                <a:latin typeface="Calibri"/>
              </a:rPr>
              <a:t>›  </a:t>
            </a:r>
            <a:r>
              <a:rPr sz="1800" b="1">
                <a:solidFill>
                  <a:srgbClr val="0A5C36"/>
                </a:solidFill>
                <a:latin typeface="Calibri"/>
              </a:rPr>
              <a:t>Consistent</a:t>
            </a:r>
            <a:r>
              <a:rPr sz="1800" b="0">
                <a:solidFill>
                  <a:srgbClr val="1F1F1F"/>
                </a:solidFill>
                <a:latin typeface="Calibri"/>
              </a:rPr>
              <a:t> — same clean result every time, both languages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E6B400"/>
                </a:solidFill>
                <a:latin typeface="Calibri"/>
              </a:rPr>
              <a:t>›  </a:t>
            </a:r>
            <a:r>
              <a:rPr sz="1800" b="1">
                <a:solidFill>
                  <a:srgbClr val="0A5C36"/>
                </a:solidFill>
                <a:latin typeface="Calibri"/>
              </a:rPr>
              <a:t>Lower risk</a:t>
            </a:r>
            <a:r>
              <a:rPr sz="1800" b="0">
                <a:solidFill>
                  <a:srgbClr val="1F1F1F"/>
                </a:solidFill>
                <a:latin typeface="Calibri"/>
              </a:rPr>
              <a:t> — validation + preview + rollback protect the live 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B400"/>
                </a:solidFill>
                <a:latin typeface="Calibri"/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Forms &amp; processing — BUILT &amp; in use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news, documents, vacancies, page edits all working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First real requests published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live lokers already deployed through the pipeline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E6B400"/>
                </a:solidFill>
                <a:latin typeface="Calibri"/>
              </a:rPr>
              <a:t>›  </a:t>
            </a:r>
            <a:r>
              <a:rPr sz="1900" b="1">
                <a:solidFill>
                  <a:srgbClr val="0A5C36"/>
                </a:solidFill>
                <a:latin typeface="Calibri"/>
              </a:rPr>
              <a:t>Next step — automate the hand-off</a:t>
            </a:r>
            <a:r>
              <a:rPr sz="1900" b="0">
                <a:solidFill>
                  <a:srgbClr val="1F1F1F"/>
                </a:solidFill>
                <a:latin typeface="Calibri"/>
              </a:rPr>
              <a:t> — auto-detect new requests + Telegram control (in design)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solidFill>
            <a:srgbClr val="F4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6B400"/>
                </a:solidFill>
                <a:latin typeface="Calibri"/>
              </a:rPr>
              <a:t>The ask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0A5C36"/>
                </a:solidFill>
                <a:latin typeface="Calibri"/>
              </a:rPr>
              <a:t>Endorse rolling this out to the COMMs team as the standard way to request website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76200"/>
          </a:xfrm>
          <a:prstGeom prst="rect">
            <a:avLst/>
          </a:prstGeom>
          <a:solidFill>
            <a:srgbClr val="E6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Simple for COMMs. Safe for the site. Fast to publish.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6B400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