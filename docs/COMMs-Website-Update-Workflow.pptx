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43400"/>
            <a:ext cx="12191695" cy="635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0">
                <a:solidFill>
                  <a:srgbClr val="F4F6F5"/>
                </a:solidFill>
                <a:latin typeface="Calibri"/>
              </a:rPr>
              <a:t>How the COMMs team requests changes to </a:t>
            </a:r>
            <a:r>
              <a:rPr sz="2000" b="1">
                <a:solidFill>
                  <a:srgbClr val="F2A900"/>
                </a:solidFill>
                <a:latin typeface="Calibri"/>
              </a:rPr>
              <a:t>www.valeindonesia.com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6634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F4F6F5"/>
                </a:solidFill>
                <a:latin typeface="Calibri"/>
              </a:rPr>
              <a:t>Rollout briefing — COMMs &amp; IT / GDI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F4F6F5"/>
                </a:solidFill>
                <a:latin typeface="Calibri"/>
              </a:rP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The website is now LIVE on </a:t>
            </a:r>
            <a:r>
              <a:rPr sz="1800" b="1">
                <a:solidFill>
                  <a:srgbClr val="007A5E"/>
                </a:solidFill>
                <a:latin typeface="Calibri"/>
              </a:rPr>
              <a:t>www.valeindonesia.com</a:t>
            </a:r>
            <a:r>
              <a:rPr sz="1800" b="0">
                <a:solidFill>
                  <a:srgbClr val="2B2B2B"/>
                </a:solidFill>
                <a:latin typeface="Calibri"/>
              </a:rPr>
              <a:t>. Keeping it current is a shared, repeatable process — not one-off fixes.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The site is a static mirror — fast, secure, low-cost, no CMS to log into.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COMMs owns the content; GDI/IT owns the technical build &amp; publishing.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This workflow gives everyone one clear path: request → review → approve → publish.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No COMMs access to servers or code is needed — you author, GDI deploys.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Every change is previewed and signed off before it goes public.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This is a temporary solution — PTVI should prepare for the real (long-term) solution as soon as possible.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model in one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2377440"/>
            <a:ext cx="2011680" cy="146304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COMMs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authors the content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40864" y="2377440"/>
            <a:ext cx="3657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5A5A5A"/>
                </a:solidFill>
                <a:latin typeface="Calibri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706624" y="2377440"/>
            <a:ext cx="2011680" cy="146304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GDI / IT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converts &amp; builds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8304" y="2377440"/>
            <a:ext cx="3657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5A5A5A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4064" y="2377440"/>
            <a:ext cx="2011680" cy="14630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Preview (dev)</a:t>
            </a:r>
          </a:p>
          <a:p>
            <a:pPr algn="ctr"/>
            <a:r>
              <a:rPr sz="1100">
                <a:solidFill>
                  <a:srgbClr val="2B2B2B"/>
                </a:solidFill>
                <a:latin typeface="Calibri"/>
              </a:rPr>
              <a:t>check it looks right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95744" y="2377440"/>
            <a:ext cx="3657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5A5A5A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1504" y="2377440"/>
            <a:ext cx="2011680" cy="146304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Approver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signs 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73184" y="2377440"/>
            <a:ext cx="3657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5A5A5A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38944" y="2377440"/>
            <a:ext cx="2011680" cy="1463040"/>
          </a:xfrm>
          <a:prstGeom prst="rect">
            <a:avLst/>
          </a:prstGeom>
          <a:solidFill>
            <a:srgbClr val="0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GDI / IT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publishes to 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97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COMMs never touches Azure, HTML, or code. You fill in a simple form; GDI does the rest.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What you can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45920"/>
            <a:ext cx="2697480" cy="64008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2697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600">
                <a:solidFill>
                  <a:srgbClr val="FFFFFF"/>
                </a:solidFill>
                <a:latin typeface="Calibri"/>
              </a:rPr>
              <a:t>News article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86000"/>
            <a:ext cx="2697480" cy="18288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468880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Publish a news story (bilingual), with cover + photos.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645920"/>
            <a:ext cx="2697480" cy="64008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645920"/>
            <a:ext cx="2697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600">
                <a:solidFill>
                  <a:srgbClr val="FFFFFF"/>
                </a:solidFill>
                <a:latin typeface="Calibri"/>
              </a:rPr>
              <a:t>Document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286000"/>
            <a:ext cx="2697480" cy="18288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7872" y="2468880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Add a PDF report to the Document Library.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645920"/>
            <a:ext cx="2697480" cy="64008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645920"/>
            <a:ext cx="2697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600">
                <a:solidFill>
                  <a:srgbClr val="FFFFFF"/>
                </a:solidFill>
                <a:latin typeface="Calibri"/>
              </a:rPr>
              <a:t>Edit a page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286000"/>
            <a:ext cx="2697480" cy="18288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468880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Change text, stats, or photos on an existing page.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0" y="1645920"/>
            <a:ext cx="2697480" cy="6400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1645920"/>
            <a:ext cx="2697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600">
                <a:solidFill>
                  <a:srgbClr val="2B2B2B"/>
                </a:solidFill>
                <a:latin typeface="Calibri"/>
              </a:rPr>
              <a:t>New page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2286000"/>
            <a:ext cx="2697480" cy="18288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8592" y="2468880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Create a new page based on an existing one.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48056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2B2B2B"/>
                </a:solidFill>
                <a:latin typeface="Calibri"/>
              </a:rPr>
              <a:t>Most updates are news &amp; documents (quick, form-driven). </a:t>
            </a:r>
            <a:r>
              <a:rPr sz="1500" b="0">
                <a:solidFill>
                  <a:srgbClr val="5A5A5A"/>
                </a:solidFill>
                <a:latin typeface="Calibri"/>
              </a:rPr>
              <a:t>Page edits and new pages are done by GDI from your request.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How to submit a request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Everything runs through one SharePoint area: </a:t>
            </a:r>
            <a:r>
              <a:rPr sz="1600" b="1">
                <a:solidFill>
                  <a:srgbClr val="007A5E"/>
                </a:solidFill>
                <a:latin typeface="Calibri"/>
              </a:rPr>
              <a:t>Website-Update-Requests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2926080" cy="64008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29260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_Templates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2011680"/>
            <a:ext cx="7315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Copy a template from here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88920"/>
            <a:ext cx="2926080" cy="64008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29260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1-Submitted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788920"/>
            <a:ext cx="7315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You drop your request folder here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66160"/>
            <a:ext cx="2926080" cy="6400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66160"/>
            <a:ext cx="29260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2B2B2B"/>
                </a:solidFill>
                <a:latin typeface="Calibri"/>
              </a:rPr>
              <a:t>2-In-Progress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3566160"/>
            <a:ext cx="7315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GDI is working on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343400"/>
            <a:ext cx="2926080" cy="640080"/>
          </a:xfrm>
          <a:prstGeom prst="rect">
            <a:avLst/>
          </a:prstGeom>
          <a:solidFill>
            <a:srgbClr val="0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343400"/>
            <a:ext cx="29260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3-Done-Deployed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343400"/>
            <a:ext cx="7315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Live — with the links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94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One folder per request, named  </a:t>
            </a:r>
            <a:r>
              <a:rPr sz="1300" b="1">
                <a:solidFill>
                  <a:srgbClr val="007A5E"/>
                </a:solidFill>
                <a:latin typeface="Calibri"/>
              </a:rPr>
              <a:t>YYYY-MM-DD_type_short-name</a:t>
            </a:r>
            <a:r>
              <a:rPr sz="1300" b="0">
                <a:solidFill>
                  <a:srgbClr val="5A5A5A"/>
                </a:solidFill>
                <a:latin typeface="Calibri"/>
              </a:rPr>
              <a:t>   (e.g. 2026-09-10_news_pkb-negotiation).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Put the filled template + every image/PDF you reference inside that folder.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New page — the easy 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Want a new page that looks like an existing one? You edit </a:t>
            </a:r>
            <a:r>
              <a:rPr sz="1600" b="1">
                <a:solidFill>
                  <a:srgbClr val="007A5E"/>
                </a:solidFill>
                <a:latin typeface="Calibri"/>
              </a:rPr>
              <a:t>only the content</a:t>
            </a:r>
            <a:r>
              <a:rPr sz="1600" b="0">
                <a:solidFill>
                  <a:srgbClr val="2B2B2B"/>
                </a:solidFill>
                <a:latin typeface="Calibri"/>
              </a:rPr>
              <a:t> — never the code.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2B2B2B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28600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You name the existing page you want to base it 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548640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2B2B2B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0632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GDI sends you back a simple content file (text + images) from that page.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40480"/>
            <a:ext cx="548640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2B2B2B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4048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You edit the words and swap images — nothing technical.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17720"/>
            <a:ext cx="548640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2B2B2B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61772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GDI builds the new page with the correct layout and publishes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778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The page keeps its exact design — you can't accidentally break the layout.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Roles, approval &amp; turnaround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007A5E"/>
                </a:solidFill>
                <a:latin typeface="Calibri"/>
              </a:rPr>
              <a:t>Who does what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2B2B2B"/>
                </a:solidFill>
                <a:latin typeface="Calibri"/>
              </a:rPr>
              <a:t>•  COMMs — writes content, supplies images, requests changes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2B2B2B"/>
                </a:solidFill>
                <a:latin typeface="Calibri"/>
              </a:rPr>
              <a:t>•  GDI / IT — converts, builds, previews, deploys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2B2B2B"/>
                </a:solidFill>
                <a:latin typeface="Calibri"/>
              </a:rPr>
              <a:t>•  Approver — Maman Ashari Hasan Tjokke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200">
                <a:solidFill>
                  <a:srgbClr val="5A5A5A"/>
                </a:solidFill>
                <a:latin typeface="Calibri"/>
              </a:rPr>
              <a:t>–  maman.hasan@valeindonesia.com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2B2B2B"/>
                </a:solidFill>
                <a:latin typeface="Calibri"/>
              </a:rPr>
              <a:t>•  Approver signs off on the dev preview before go-live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344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007A5E"/>
                </a:solidFill>
                <a:latin typeface="Calibri"/>
              </a:rPr>
              <a:t>Turnaround (once GDI starts)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5120640" cy="54864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News article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737360"/>
            <a:ext cx="1920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5340"/>
                </a:solidFill>
                <a:latin typeface="Calibri"/>
              </a:rPr>
              <a:t>1 business 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304288"/>
            <a:ext cx="5120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30428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Document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2304288"/>
            <a:ext cx="1920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5340"/>
                </a:solidFill>
                <a:latin typeface="Calibri"/>
              </a:rPr>
              <a:t>1 business 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71216"/>
            <a:ext cx="5120640" cy="54864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87121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Existing-page edit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2871216"/>
            <a:ext cx="1920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5340"/>
                </a:solidFill>
                <a:latin typeface="Calibri"/>
              </a:rPr>
              <a:t>1–2 business days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438144"/>
            <a:ext cx="5120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34381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New page / re-clone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3438144"/>
            <a:ext cx="1920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5340"/>
                </a:solidFill>
                <a:latin typeface="Calibri"/>
              </a:rPr>
              <a:t>Scheduled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206240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Clock starts when GDI picks up the request and assumes the approver signs off promptly.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Already delivered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Site live on www.valeindonesia.com (behind Azure Front Door + WAF, HTTPS).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News &amp; Document Library — fully data-driven, easy to add to.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First COMMs request done end-to-end: homepage domain-change popup (Tjokke).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Homepage scroll button + footer alignment fixed site-wide.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Request tools built: news converter + new-page content extract/inject.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SharePoint request folders + templates + guides ready to 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IT/GDI: create the SharePoint Website-Update-Requests area (package is ready to upload).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COMMs: try one real request end-to-end (a news item is easiest).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Confirm the approver flow with Maman Ashari Hasan Tjokke on the first go-live.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Share the how-to guide with the wider COMMs team.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937760"/>
            <a:ext cx="10881360" cy="100584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10332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2B2B2B"/>
                </a:solidFill>
                <a:latin typeface="Calibri"/>
              </a:rPr>
              <a:t>Questions or a request to start? </a:t>
            </a:r>
            <a:r>
              <a:rPr sz="1500" b="0">
                <a:solidFill>
                  <a:srgbClr val="2B2B2B"/>
                </a:solidFill>
                <a:latin typeface="Calibri"/>
              </a:rPr>
              <a:t>Contact GDI / IT — we'll walk you through your first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F4F6F5"/>
                </a:solidFill>
                <a:latin typeface="Calibri"/>
              </a:rPr>
              <a:t>One simple form → your update is live. COMMs authors, GDI publishes.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