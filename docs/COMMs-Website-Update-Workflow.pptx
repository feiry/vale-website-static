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635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>
                <a:solidFill>
                  <a:srgbClr val="F4F6F5"/>
                </a:solidFill>
                <a:latin typeface="Calibri"/>
              </a:rPr>
              <a:t>How the COMMs team requests changes to </a:t>
            </a:r>
            <a:r>
              <a:rPr sz="2000" b="1">
                <a:solidFill>
                  <a:srgbClr val="F2A900"/>
                </a:solidFill>
                <a:latin typeface="Calibri"/>
              </a:rPr>
              <a:t>www.valeindonesia.com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4F6F5"/>
                </a:solidFill>
                <a:latin typeface="Calibri"/>
              </a:rPr>
              <a:t>Rollout briefing — COMMs &amp; IT / GDI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4F6F5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The website is now LIVE on </a:t>
            </a:r>
            <a:r>
              <a:rPr sz="1800" b="1">
                <a:solidFill>
                  <a:srgbClr val="007A5E"/>
                </a:solidFill>
                <a:latin typeface="Calibri"/>
              </a:rPr>
              <a:t>www.valeindonesia.com</a:t>
            </a:r>
            <a:r>
              <a:rPr sz="1800" b="0">
                <a:solidFill>
                  <a:srgbClr val="2B2B2B"/>
                </a:solidFill>
                <a:latin typeface="Calibri"/>
              </a:rPr>
              <a:t>. Keeping it current is a shared, repeatable process — not one-off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The site is a static mirror — fast, secure, low-cost, no CMS to log into.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COMMs owns the content; GDI/IT owns the technical build &amp; publishing.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workflow gives everyone one clear path: request → review → approve → publish.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No COMMs access to servers or code is needed — you author, GDI deploys.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Every change is previewed on the dev site and approved before it goes live.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is a temporary solution — PTVI should prepare for the real (long-term) solution as soon as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COMMs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authors the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86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662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converts &amp; builds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2377440"/>
            <a:ext cx="2011680" cy="1463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Dev preview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review on the dev 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150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Approver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approves the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318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38944" y="2377440"/>
            <a:ext cx="2011680" cy="146304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publishes to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COMMs never touches Azure, HTML, or code. You fill in a simple form; GDI does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News article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Publish a news story (bilingual), with cover +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Add a PDF report to the Document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Edit a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Change text, stats, or photos on an existing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2B2B2B"/>
                </a:solidFill>
                <a:latin typeface="Calibri"/>
              </a:rPr>
              <a:t>New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Create a new page based on an existing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Most updates are news &amp; documents (quick, form-driven). </a:t>
            </a:r>
            <a:r>
              <a:rPr sz="1500" b="0">
                <a:solidFill>
                  <a:srgbClr val="5A5A5A"/>
                </a:solidFill>
                <a:latin typeface="Calibri"/>
              </a:rPr>
              <a:t>Page edits and new pages are done by GDI from your request.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Everything runs through one shared folder: </a:t>
            </a:r>
            <a:r>
              <a:rPr sz="1600" b="1">
                <a:solidFill>
                  <a:srgbClr val="007A5E"/>
                </a:solidFill>
                <a:latin typeface="Calibri"/>
              </a:rPr>
              <a:t>Website-Update-Requests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5A5A5A"/>
                </a:solidFill>
                <a:latin typeface="Calibri"/>
              </a:rPr>
              <a:t>A working folder shared between COMMs and GDI — in SharePoint, OneDrive, or wherever both teams agree.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_Templates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01168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Open a form / guide from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1-Submitted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8892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You drop your request folder 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2B2B2B"/>
                </a:solidFill>
                <a:latin typeface="Calibri"/>
              </a:rPr>
              <a:t>2-In-Progress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56616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GDI is working on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3-Done-Deployed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34340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Live — with the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One folder per request, named  </a:t>
            </a:r>
            <a:r>
              <a:rPr sz="1300" b="1">
                <a:solidFill>
                  <a:srgbClr val="007A5E"/>
                </a:solidFill>
                <a:latin typeface="Calibri"/>
              </a:rPr>
              <a:t>YYYY-MM-DD_type_short-name</a:t>
            </a:r>
            <a:r>
              <a:rPr sz="1300" b="0">
                <a:solidFill>
                  <a:srgbClr val="5A5A5A"/>
                </a:solidFill>
                <a:latin typeface="Calibri"/>
              </a:rPr>
              <a:t>   (e.g. 2026-09-10_news_pkb-negotiation).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Put the saved form file (news-record.json / doc-record.json) + every image/PDF inside that folder.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New page — the easy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Want a new page that looks like an existing one? You edit </a:t>
            </a:r>
            <a:r>
              <a:rPr sz="1600" b="1">
                <a:solidFill>
                  <a:srgbClr val="007A5E"/>
                </a:solidFill>
                <a:latin typeface="Calibri"/>
              </a:rPr>
              <a:t>only the content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never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name the existing page you want to base it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sends you an editable page — double-click to open it in your browser.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Click text to type, click images to swap, then hit “Save changes”.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builds the new page with the correct layout and publishes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The page keeps its exact design — you can't accidentally break the layout.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Roles, approval &amp;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Who does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COMMs — writes content, supplies images, requests changes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GDI / IT — converts, builds, previews, deploys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— Maman Ashari Hasan Tjokke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00">
                <a:solidFill>
                  <a:srgbClr val="5A5A5A"/>
                </a:solidFill>
                <a:latin typeface="Calibri"/>
              </a:rPr>
              <a:t>–  maman.hasan@valeindonesia.com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signs off on the dev preview before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Turnaround (once GDI starts)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News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304288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71216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7121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Existing-page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871216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1–2 business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38144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4381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 page / re-clone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438144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Scheduled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Clock starts when GDI picks up the request and assumes the approver signs off promptly.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Site live on www.valeindonesia.com (behind Azure Front Door + WAF, HTTPS).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News &amp; Document Library — fully data-driven, easy to add 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First COMMs request done end-to-end: homepage domain-change popup (Maman Ashari Hasan Tjokke).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Homepage scroll button + footer alignment fixed site-wide.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Request tools built: visual news + document forms, new-page content extract/inject.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Shared request-folder package (forms + guides) ready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IT/GDI: set up the shared Website-Update-Requests folder (SharePoint/OneDrive/wherever agreed — package is ready to upload).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COMMs: try one real request end-to-end (a news item is easiest).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Confirm the approver flow with Maman Ashari Hasan Tjokke on the first go-live.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Share the how-to guide with the wider COMMs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Questions or a request to start? </a:t>
            </a:r>
            <a:r>
              <a:rPr sz="1500" b="0">
                <a:solidFill>
                  <a:srgbClr val="2B2B2B"/>
                </a:solidFill>
                <a:latin typeface="Calibri"/>
              </a:rPr>
              <a:t>Contact GDI / IT — we'll walk you through your first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F4F6F5"/>
                </a:solidFill>
                <a:latin typeface="Calibri"/>
              </a:rPr>
              <a:t>One simple form → your update is live. COMMs authors, GDI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